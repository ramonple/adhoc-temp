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What is Data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science transforms raw data into insights and predictions.</a:t>
            </a:r>
          </a:p>
          <a:p>
            <a:pPr>
              <a:defRPr sz="2200"/>
            </a:pPr>
            <a:r>
              <a:t>It combines statistics, programming, and domain knowledge.</a:t>
            </a:r>
          </a:p>
          <a:p>
            <a:pPr>
              <a:defRPr sz="2200"/>
            </a:pPr>
            <a:r>
              <a:t>Goal: support better business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 Typical Data Science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Business Problem</a:t>
            </a:r>
          </a:p>
          <a:p>
            <a:pPr>
              <a:defRPr sz="2200"/>
            </a:pPr>
            <a:r>
              <a:t>↓ Data Collection</a:t>
            </a:r>
          </a:p>
          <a:p>
            <a:pPr>
              <a:defRPr sz="2200"/>
            </a:pPr>
            <a:r>
              <a:t>↓ Data Cleaning</a:t>
            </a:r>
          </a:p>
          <a:p>
            <a:pPr>
              <a:defRPr sz="2200"/>
            </a:pPr>
            <a:r>
              <a:t>↓ Exploratory Data Analysis (EDA)</a:t>
            </a:r>
          </a:p>
          <a:p>
            <a:pPr>
              <a:defRPr sz="2200"/>
            </a:pPr>
            <a:r>
              <a:t>↓ Feature Engineering</a:t>
            </a:r>
          </a:p>
          <a:p>
            <a:pPr>
              <a:defRPr sz="2200"/>
            </a:pPr>
            <a:r>
              <a:t>↓ Model Training</a:t>
            </a:r>
          </a:p>
          <a:p>
            <a:pPr>
              <a:defRPr sz="2200"/>
            </a:pPr>
            <a:r>
              <a:t>↓ Evaluation</a:t>
            </a:r>
          </a:p>
          <a:p>
            <a:pPr>
              <a:defRPr sz="2200"/>
            </a:pPr>
            <a:r>
              <a:t>↓ Deployment &amp; Monitoring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Key message: Most effort is spent understanding and preparing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How Does Machine Learning Learn?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Historical labelled data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Machine learning algorithm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Learns patterns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Makes predictions on new data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Analogy: Like learning to recognise cats after seeing thousands of labelled photos.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 Simple Modelling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Example: Predict House Prices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Features:</a:t>
            </a:r>
          </a:p>
          <a:p>
            <a:pPr>
              <a:defRPr sz="2200"/>
            </a:pPr>
            <a:r>
              <a:t>• Floor area</a:t>
            </a:r>
          </a:p>
          <a:p>
            <a:pPr>
              <a:defRPr sz="2200"/>
            </a:pPr>
            <a:r>
              <a:t>• Number of bedrooms</a:t>
            </a:r>
          </a:p>
          <a:p>
            <a:pPr>
              <a:defRPr sz="2200"/>
            </a:pPr>
            <a:r>
              <a:t>• Property age</a:t>
            </a:r>
          </a:p>
          <a:p>
            <a:pPr>
              <a:defRPr sz="2200"/>
            </a:pPr>
            <a:r>
              <a:t>• Distance to city centre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Model → Predicted House Price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Types of Machine Learning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Regression: Predict a number (e.g., house price)</a:t>
            </a:r>
          </a:p>
          <a:p>
            <a:pPr>
              <a:defRPr sz="2200"/>
            </a:pPr>
            <a:r>
              <a:t>Classification: Predict a category (e.g., pass/fail)</a:t>
            </a:r>
          </a:p>
          <a:p>
            <a:pPr>
              <a:defRPr sz="2200"/>
            </a:pPr>
            <a:r>
              <a:t>Clustering: Discover similar groups (e.g., customer segments)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How Do We Evaluate a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Split data into Training and Test sets.</a:t>
            </a:r>
          </a:p>
          <a:p>
            <a:pPr>
              <a:defRPr sz="2200"/>
            </a:pPr>
            <a:r>
              <a:t>Train the model on historical data.</a:t>
            </a:r>
          </a:p>
          <a:p>
            <a:pPr>
              <a:defRPr sz="2200"/>
            </a:pPr>
            <a:r>
              <a:t>Evaluate using unseen data.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Good models generalise to new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AI in Modern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can help:</a:t>
            </a:r>
          </a:p>
          <a:p>
            <a:pPr>
              <a:defRPr sz="2200"/>
            </a:pPr>
            <a:r>
              <a:t>• Write Python code</a:t>
            </a:r>
          </a:p>
          <a:p>
            <a:pPr>
              <a:defRPr sz="2200"/>
            </a:pPr>
            <a:r>
              <a:t>• Explain errors</a:t>
            </a:r>
          </a:p>
          <a:p>
            <a:pPr>
              <a:defRPr sz="2200"/>
            </a:pPr>
            <a:r>
              <a:t>• Generate documentation</a:t>
            </a:r>
          </a:p>
          <a:p>
            <a:pPr>
              <a:defRPr sz="2200"/>
            </a:pPr>
            <a:r>
              <a:t>• Brainstorm ideas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AI assists data scientists—it doesn't replace critical thinking.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Start with the business problem.</a:t>
            </a:r>
          </a:p>
          <a:p>
            <a:pPr>
              <a:defRPr sz="2200"/>
            </a:pPr>
            <a:r>
              <a:t>• Good data matters more than complex models.</a:t>
            </a:r>
          </a:p>
          <a:p>
            <a:pPr>
              <a:defRPr sz="2200"/>
            </a:pPr>
            <a:r>
              <a:t>• Machine learning learns from historical data.</a:t>
            </a:r>
          </a:p>
          <a:p>
            <a:pPr>
              <a:defRPr sz="2200"/>
            </a:pPr>
            <a:r>
              <a:t>• Always test models on unseen data.</a:t>
            </a:r>
          </a:p>
          <a:p>
            <a:pPr>
              <a:defRPr sz="2200"/>
            </a:pPr>
            <a:r>
              <a:t>• Communication is an essential data science skill.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